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1" r:id="rId6"/>
    <p:sldId id="262" r:id="rId7"/>
    <p:sldId id="263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A9F7E-40E9-E50E-C794-B9E119FD0F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579FB2-103A-04A6-1F07-84717C9403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6CB22-E3D2-03DD-937C-2584DAA7A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8565-9B92-4E10-8071-C52B5DB9BDB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4532C-050D-681B-6DE3-607BCAE3A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90B2D-0395-A858-717C-C3E3B408C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C9A81-E8E8-4D38-AB15-25492CD1D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388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A8D4-9679-AA1A-A249-C92EE4CFC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81F90-2786-F0DE-EBDA-D4FAE3223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F20E3-ADE5-59E4-881B-0B24A6574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8565-9B92-4E10-8071-C52B5DB9BDB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F50DC-C158-2DD9-6A4E-C224AE7BF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BC154-9CA1-E09A-2BCF-BE3AA09BB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C9A81-E8E8-4D38-AB15-25492CD1D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226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DB3E8-4884-9F83-25E2-ACE709057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E00C30-4C46-6D62-7F4A-135F2C2E6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8D417-07A4-4AA0-4E88-91A455DA6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8565-9B92-4E10-8071-C52B5DB9BDB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ED5E1-2911-F44A-4B8A-5822E4EA2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A5340-C660-9AF8-0043-915BF0DAD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C9A81-E8E8-4D38-AB15-25492CD1D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071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01C63-7591-2C68-5FCF-18F16C559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67F53-1DEA-EED4-2633-4957C73D93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B118F1-3807-BEB3-EBB2-3710E949BE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045F61-B32B-1AAE-F9DE-18AF51A17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8565-9B92-4E10-8071-C52B5DB9BDB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9A64EF-B852-F140-4541-0C14532EA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337EB1-17A0-F598-4B29-D5298793F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C9A81-E8E8-4D38-AB15-25492CD1D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601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F95CA-F4FC-8CE7-DAD6-4EF357858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2E7AC-5C6A-B32D-A041-9DF0B6C7F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02C4-A230-158A-05FB-0091963411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47E196-B0EC-3C3F-9EEC-77C5B2FA58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0C9FF8-27E1-9382-738A-FF26941210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8EB504-F9EF-3355-4E5E-83A8FC369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8565-9B92-4E10-8071-C52B5DB9BDB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140F92-4B80-0A09-14A0-1CCE5027D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CA5582-018F-CDB4-C823-A4824CCD0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C9A81-E8E8-4D38-AB15-25492CD1D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693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7C80C-B270-601C-F249-FF943C96C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37E666-13CA-36FA-FDA5-CA09AA573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8565-9B92-4E10-8071-C52B5DB9BDB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A1A688-604F-CFB4-30B7-F500BC44A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20ACAB-2BDF-7E98-0A57-49DAD7365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C9A81-E8E8-4D38-AB15-25492CD1D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791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93F14E-CEF8-ED9C-40D0-434629221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8565-9B92-4E10-8071-C52B5DB9BDB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EFADE0-AC6D-B20D-8EB9-21D29B240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9A751-2756-3F8B-F4AA-83D2846EA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C9A81-E8E8-4D38-AB15-25492CD1D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0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280D3-BE32-BB0C-ACE2-22978DEF9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D961F-81C1-2BA9-D83A-777A822E8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283E8-F43F-B1D6-2FEF-C87BE8B81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09566-E7EC-1ABE-72E2-3EBDCF57D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8565-9B92-4E10-8071-C52B5DB9BDB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464FCB-40B8-C84C-7232-41DFC0C16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240644-EA67-7CBD-8D3C-645B4780E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C9A81-E8E8-4D38-AB15-25492CD1D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571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4C49E-08B4-31A7-D4FF-AB158DD53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F94F9D-4CD8-A384-D6E1-DF49137F8C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DB8A92-7EA9-6B6E-4D50-C8EF42F27C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CAE068-E477-10A2-4499-5F12D8545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8565-9B92-4E10-8071-C52B5DB9BDB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067438-A27E-61C5-C7BB-A6470C707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F5AD85-E9D6-9B8D-EC60-D56E8DB43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C9A81-E8E8-4D38-AB15-25492CD1D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988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E2593-1516-7D2B-D19F-5796B3007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ACE7DC-B51B-8503-7AE8-202E547A84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7E6F7-5C51-A076-4965-0A97584BA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8565-9B92-4E10-8071-C52B5DB9BDB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CBB95-5932-C9C0-65B5-2E83628B8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3C515-5443-EE53-646F-79736DEA1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C9A81-E8E8-4D38-AB15-25492CD1D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362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4FF30D-53B1-B7EE-791D-846B8FD66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36A5D8-B5DB-F7FF-73B9-0493D6A5C2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4B492-D61E-25FB-80A0-2CEB0FEE4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28565-9B92-4E10-8071-C52B5DB9BDB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C2FBB-084B-EEEA-D58B-4186F6533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ADA75-F90A-7E11-30FA-FA7DE0378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C9A81-E8E8-4D38-AB15-25492CD1D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651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0013CD-B7C1-35BC-20EE-3BE0CA066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81CAE-2EB4-8E29-B9E6-1FA4CB841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26A65-4FA1-346E-93A0-3AA86C6E7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28565-9B92-4E10-8071-C52B5DB9BDB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4E125-42CC-F600-614E-BA21184AC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1F24F-150D-DEE7-4A37-4DEF8EB2FC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C9A81-E8E8-4D38-AB15-25492CD1D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479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4F364-3DE8-387E-B4E4-BBC1D460BA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XXXXX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33791B-27BF-0610-C786-4B1AAE2533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Barnes, Chloe</a:t>
            </a:r>
          </a:p>
          <a:p>
            <a:r>
              <a:rPr lang="en-US" dirty="0"/>
              <a:t>Dallas, Ryan</a:t>
            </a:r>
          </a:p>
          <a:p>
            <a:r>
              <a:rPr lang="en-US" dirty="0" err="1"/>
              <a:t>Leudtke</a:t>
            </a:r>
            <a:r>
              <a:rPr lang="en-US" dirty="0"/>
              <a:t>, Terry</a:t>
            </a:r>
          </a:p>
          <a:p>
            <a:r>
              <a:rPr lang="en-US" dirty="0"/>
              <a:t>Robinson, Shiraz</a:t>
            </a:r>
          </a:p>
          <a:p>
            <a:r>
              <a:rPr lang="en-US" dirty="0"/>
              <a:t>Threat, Tiandre</a:t>
            </a:r>
          </a:p>
        </p:txBody>
      </p:sp>
    </p:spTree>
    <p:extLst>
      <p:ext uri="{BB962C8B-B14F-4D97-AF65-F5344CB8AC3E}">
        <p14:creationId xmlns:p14="http://schemas.microsoft.com/office/powerpoint/2010/main" val="3404666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77E59-6FA1-915E-5874-F455B390A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8074B-0576-D86B-EE53-E2B3DF236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Started as broad curiosity about predictability of gun violence</a:t>
            </a:r>
          </a:p>
          <a:p>
            <a:r>
              <a:rPr lang="en-US" dirty="0"/>
              <a:t>Refined to four questions:</a:t>
            </a:r>
          </a:p>
          <a:p>
            <a:pPr lvl="1"/>
            <a:r>
              <a:rPr lang="en-US" dirty="0"/>
              <a:t>1</a:t>
            </a:r>
          </a:p>
          <a:p>
            <a:pPr lvl="1"/>
            <a:r>
              <a:rPr lang="en-US" dirty="0"/>
              <a:t>2</a:t>
            </a:r>
          </a:p>
          <a:p>
            <a:pPr lvl="1"/>
            <a:r>
              <a:rPr lang="en-US" dirty="0"/>
              <a:t>3</a:t>
            </a:r>
          </a:p>
          <a:p>
            <a:pPr lvl="1"/>
            <a:r>
              <a:rPr lang="en-US" dirty="0"/>
              <a:t>4</a:t>
            </a:r>
          </a:p>
          <a:p>
            <a:r>
              <a:rPr lang="en-US" dirty="0" err="1"/>
              <a:t>asdf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338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7F3B4-4234-94E8-6A59-0828AF7BD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E9EBF-3976-AAA1-BA26-563683CDC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 1:</a:t>
            </a:r>
          </a:p>
          <a:p>
            <a:pPr lvl="1"/>
            <a:r>
              <a:rPr lang="en-US" dirty="0"/>
              <a:t>Where did it come from?</a:t>
            </a:r>
          </a:p>
          <a:p>
            <a:pPr lvl="1"/>
            <a:r>
              <a:rPr lang="en-US" dirty="0"/>
              <a:t>What does it tell us?</a:t>
            </a:r>
          </a:p>
          <a:p>
            <a:r>
              <a:rPr lang="en-US" dirty="0"/>
              <a:t>Dataset 2:</a:t>
            </a:r>
          </a:p>
          <a:p>
            <a:pPr lvl="1"/>
            <a:r>
              <a:rPr lang="en-US" dirty="0"/>
              <a:t>Where did it come from?</a:t>
            </a:r>
          </a:p>
          <a:p>
            <a:pPr lvl="1"/>
            <a:r>
              <a:rPr lang="en-US" dirty="0"/>
              <a:t>What does it tell us?</a:t>
            </a:r>
          </a:p>
          <a:p>
            <a:r>
              <a:rPr lang="en-US" dirty="0"/>
              <a:t>How was the data transformed?</a:t>
            </a:r>
          </a:p>
        </p:txBody>
      </p:sp>
    </p:spTree>
    <p:extLst>
      <p:ext uri="{BB962C8B-B14F-4D97-AF65-F5344CB8AC3E}">
        <p14:creationId xmlns:p14="http://schemas.microsoft.com/office/powerpoint/2010/main" val="392325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43E5E-000E-1E28-E4EA-42D988D2A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RQ1:  Can we predict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A417C-5489-4320-72D4-84CE509E4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685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94D3B-76CF-636C-C5C0-44EF94D63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91315-B19D-41A5-3E8F-AD00BF517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RQ2:  &lt;…&gt;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B61FC-1EC7-FFBE-ECD9-641549A30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731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E9EBC-88B0-BF59-427B-90EAECE65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0E300-1AE5-4F3C-59A8-1A084B4D9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RQ3:  &lt;…&gt;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97BE8-30F4-8B29-111E-258DD24D6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928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31A35-7485-59F0-D38B-1A1A8B76C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A7E51-7950-C353-4729-DC756FAC7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RQ4:  … over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FD859-8CAB-2D09-9808-135D4AC0A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767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D44DA-86E0-BEDF-6B04-D2A160300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 /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768A0-A432-2119-4A6F-85D800189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the data tells us</a:t>
            </a:r>
          </a:p>
          <a:p>
            <a:r>
              <a:rPr lang="en-US" dirty="0"/>
              <a:t>What the data does NOT tell us</a:t>
            </a:r>
          </a:p>
          <a:p>
            <a:r>
              <a:rPr lang="en-US" dirty="0"/>
              <a:t>Expansion opportunities</a:t>
            </a:r>
          </a:p>
          <a:p>
            <a:r>
              <a:rPr lang="en-US" dirty="0"/>
              <a:t>Dashboard demonstration</a:t>
            </a:r>
          </a:p>
        </p:txBody>
      </p:sp>
    </p:spTree>
    <p:extLst>
      <p:ext uri="{BB962C8B-B14F-4D97-AF65-F5344CB8AC3E}">
        <p14:creationId xmlns:p14="http://schemas.microsoft.com/office/powerpoint/2010/main" val="2816809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</Words>
  <Application>Microsoft Office PowerPoint</Application>
  <PresentationFormat>Widescreen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Project XXXXX</vt:lpstr>
      <vt:lpstr>Research Question</vt:lpstr>
      <vt:lpstr>Data</vt:lpstr>
      <vt:lpstr>RQ1:  Can we predict …</vt:lpstr>
      <vt:lpstr>RQ2:  &lt;…&gt;</vt:lpstr>
      <vt:lpstr>RQ3:  &lt;…&gt;</vt:lpstr>
      <vt:lpstr>RQ4:  … over time</vt:lpstr>
      <vt:lpstr>Future Work /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Dallas</dc:creator>
  <cp:lastModifiedBy>Ryan Dallas</cp:lastModifiedBy>
  <cp:revision>1</cp:revision>
  <dcterms:created xsi:type="dcterms:W3CDTF">2025-12-02T18:39:14Z</dcterms:created>
  <dcterms:modified xsi:type="dcterms:W3CDTF">2025-12-02T18:39:26Z</dcterms:modified>
</cp:coreProperties>
</file>